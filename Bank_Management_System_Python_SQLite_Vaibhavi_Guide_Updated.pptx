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p:txBody>
          <a:bodyPr/>
          <a:lstStyle/>
          <a:p>
            <a:r>
              <a:t>Bank Management System</a:t>
            </a:r>
          </a:p>
        </p:txBody>
      </p:sp>
      <p:sp>
        <p:nvSpPr>
          <p:cNvPr id="3" name="Subtitle 2"/>
          <p:cNvSpPr>
            <a:spLocks noGrp="1"/>
          </p:cNvSpPr>
          <p:nvPr>
            <p:ph type="subTitle" idx="1"/>
          </p:nvPr>
        </p:nvSpPr>
        <p:spPr/>
        <p:txBody>
          <a:bodyPr/>
          <a:lstStyle/>
          <a:p>
            <a:r>
              <a:t>Using Python and SQLite</a:t>
            </a:r>
          </a:p>
          <a:p/>
          <a:p>
            <a:r>
              <a:t>Presented By: Vaibhavi Singh</a:t>
            </a:r>
          </a:p>
          <a:p>
            <a:r>
              <a:t>Guided By: Dr. Pushpa Mamoria</a:t>
            </a:r>
          </a:p>
          <a:p>
            <a:r>
              <a:t>BCA 5th Semester</a:t>
            </a:r>
          </a:p>
          <a:p>
            <a:r>
              <a:t>Chhatrapati Shahu Ji Maharaj University, Kanpur</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1800">
                <a:solidFill>
                  <a:srgbClr val="000000"/>
                </a:solidFill>
              </a:rPr>
              <a:t>Introduction</a:t>
            </a:r>
          </a:p>
        </p:txBody>
      </p:sp>
      <p:sp>
        <p:nvSpPr>
          <p:cNvPr id="3" name="Content Placeholder 2"/>
          <p:cNvSpPr>
            <a:spLocks noGrp="1"/>
          </p:cNvSpPr>
          <p:nvPr>
            <p:ph idx="1"/>
          </p:nvPr>
        </p:nvSpPr>
        <p:spPr/>
        <p:txBody>
          <a:bodyPr/>
          <a:lstStyle/>
          <a:p>
            <a:r>
              <a:rPr sz="1800">
                <a:solidFill>
                  <a:srgbClr val="000000"/>
                </a:solidFill>
              </a:rPr>
              <a:t>• A Bank Management System helps in managing customer bank accounts digitally.</a:t>
            </a:r>
          </a:p>
          <a:p>
            <a:r>
              <a:rPr sz="1800">
                <a:solidFill>
                  <a:srgbClr val="000000"/>
                </a:solidFill>
              </a:rPr>
              <a:t>• It automates operations like account creation, deposit, withdrawal, and balance check.</a:t>
            </a:r>
          </a:p>
          <a:p>
            <a:r>
              <a:rPr sz="1800">
                <a:solidFill>
                  <a:srgbClr val="000000"/>
                </a:solidFill>
              </a:rPr>
              <a:t>• This project is built using Python programming language and SQLite database.</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1800">
                <a:solidFill>
                  <a:srgbClr val="000000"/>
                </a:solidFill>
              </a:rPr>
              <a:t>Objective</a:t>
            </a:r>
          </a:p>
        </p:txBody>
      </p:sp>
      <p:sp>
        <p:nvSpPr>
          <p:cNvPr id="3" name="Content Placeholder 2"/>
          <p:cNvSpPr>
            <a:spLocks noGrp="1"/>
          </p:cNvSpPr>
          <p:nvPr>
            <p:ph idx="1"/>
          </p:nvPr>
        </p:nvSpPr>
        <p:spPr/>
        <p:txBody>
          <a:bodyPr/>
          <a:lstStyle/>
          <a:p>
            <a:r>
              <a:rPr sz="1800">
                <a:solidFill>
                  <a:srgbClr val="000000"/>
                </a:solidFill>
              </a:rPr>
              <a:t>• To create a simple and secure banking system.</a:t>
            </a:r>
          </a:p>
          <a:p>
            <a:r>
              <a:rPr sz="1800">
                <a:solidFill>
                  <a:srgbClr val="000000"/>
                </a:solidFill>
              </a:rPr>
              <a:t>• To understand database connectivity in Python.</a:t>
            </a:r>
          </a:p>
          <a:p>
            <a:r>
              <a:rPr sz="1800">
                <a:solidFill>
                  <a:srgbClr val="000000"/>
                </a:solidFill>
              </a:rPr>
              <a:t>• To apply CRUD operations (Create, Read, Update, Delete).</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1800">
                <a:solidFill>
                  <a:srgbClr val="000000"/>
                </a:solidFill>
              </a:rPr>
              <a:t>Technologies Used</a:t>
            </a:r>
          </a:p>
        </p:txBody>
      </p:sp>
      <p:sp>
        <p:nvSpPr>
          <p:cNvPr id="3" name="Content Placeholder 2"/>
          <p:cNvSpPr>
            <a:spLocks noGrp="1"/>
          </p:cNvSpPr>
          <p:nvPr>
            <p:ph idx="1"/>
          </p:nvPr>
        </p:nvSpPr>
        <p:spPr/>
        <p:txBody>
          <a:bodyPr/>
          <a:lstStyle/>
          <a:p>
            <a:r>
              <a:rPr sz="1800">
                <a:solidFill>
                  <a:srgbClr val="000000"/>
                </a:solidFill>
              </a:rPr>
              <a:t>Programming Language: Python</a:t>
            </a:r>
          </a:p>
          <a:p>
            <a:r>
              <a:rPr sz="1800">
                <a:solidFill>
                  <a:srgbClr val="000000"/>
                </a:solidFill>
              </a:rPr>
              <a:t>Database: SQLite</a:t>
            </a:r>
          </a:p>
          <a:p>
            <a:r>
              <a:rPr sz="1800">
                <a:solidFill>
                  <a:srgbClr val="000000"/>
                </a:solidFill>
              </a:rPr>
              <a:t>IDE Used: VS Code / IDLE</a:t>
            </a:r>
          </a:p>
          <a:p>
            <a:r>
              <a:rPr sz="1800">
                <a:solidFill>
                  <a:srgbClr val="000000"/>
                </a:solidFill>
              </a:rPr>
              <a:t>Libraries: sqlite3 (for database), os (for system functions)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1800">
                <a:solidFill>
                  <a:srgbClr val="000000"/>
                </a:solidFill>
              </a:rPr>
              <a:t>System Modules</a:t>
            </a:r>
          </a:p>
        </p:txBody>
      </p:sp>
      <p:sp>
        <p:nvSpPr>
          <p:cNvPr id="3" name="Content Placeholder 2"/>
          <p:cNvSpPr>
            <a:spLocks noGrp="1"/>
          </p:cNvSpPr>
          <p:nvPr>
            <p:ph idx="1"/>
          </p:nvPr>
        </p:nvSpPr>
        <p:spPr/>
        <p:txBody>
          <a:bodyPr/>
          <a:lstStyle/>
          <a:p>
            <a:r>
              <a:rPr sz="1800">
                <a:solidFill>
                  <a:srgbClr val="000000"/>
                </a:solidFill>
              </a:rPr>
              <a:t>1. Create Account – Register a new customer with initial balance.</a:t>
            </a:r>
          </a:p>
          <a:p>
            <a:r>
              <a:rPr sz="1800">
                <a:solidFill>
                  <a:srgbClr val="000000"/>
                </a:solidFill>
              </a:rPr>
              <a:t>2. Deposit – Add money to an account.</a:t>
            </a:r>
          </a:p>
          <a:p>
            <a:r>
              <a:rPr sz="1800">
                <a:solidFill>
                  <a:srgbClr val="000000"/>
                </a:solidFill>
              </a:rPr>
              <a:t>3. Withdraw – Withdraw money from an account.</a:t>
            </a:r>
          </a:p>
          <a:p>
            <a:r>
              <a:rPr sz="1800">
                <a:solidFill>
                  <a:srgbClr val="000000"/>
                </a:solidFill>
              </a:rPr>
              <a:t>4. Check Balance – View account details.</a:t>
            </a:r>
          </a:p>
          <a:p>
            <a:r>
              <a:rPr sz="1800">
                <a:solidFill>
                  <a:srgbClr val="000000"/>
                </a:solidFill>
              </a:rPr>
              <a:t>5. Exit – Close the program safely.</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1800">
                <a:solidFill>
                  <a:srgbClr val="000000"/>
                </a:solidFill>
              </a:rPr>
              <a:t>System Design</a:t>
            </a:r>
          </a:p>
        </p:txBody>
      </p:sp>
      <p:sp>
        <p:nvSpPr>
          <p:cNvPr id="3" name="Content Placeholder 2"/>
          <p:cNvSpPr>
            <a:spLocks noGrp="1"/>
          </p:cNvSpPr>
          <p:nvPr>
            <p:ph idx="1"/>
          </p:nvPr>
        </p:nvSpPr>
        <p:spPr/>
        <p:txBody>
          <a:bodyPr/>
          <a:lstStyle/>
          <a:p>
            <a:r>
              <a:rPr sz="1800">
                <a:solidFill>
                  <a:srgbClr val="000000"/>
                </a:solidFill>
              </a:rPr>
              <a:t>• Database: bank.db</a:t>
            </a:r>
          </a:p>
          <a:p>
            <a:r>
              <a:rPr sz="1800">
                <a:solidFill>
                  <a:srgbClr val="000000"/>
                </a:solidFill>
              </a:rPr>
              <a:t>• Table: account(acc_no, name, balance)</a:t>
            </a:r>
          </a:p>
          <a:p>
            <a:r>
              <a:rPr sz="1800">
                <a:solidFill>
                  <a:srgbClr val="000000"/>
                </a:solidFill>
              </a:rPr>
              <a:t>• Operations handled using SQL queries.</a:t>
            </a:r>
          </a:p>
          <a:p>
            <a:r>
              <a:rPr sz="1800">
                <a:solidFill>
                  <a:srgbClr val="000000"/>
                </a:solidFill>
              </a:rPr>
              <a:t>• Each operation updates or retrieves data from the SQLite database.</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1800">
                <a:solidFill>
                  <a:srgbClr val="000000"/>
                </a:solidFill>
              </a:rPr>
              <a:t>Code &amp; Output – Code Snapshot</a:t>
            </a:r>
          </a:p>
        </p:txBody>
      </p:sp>
      <p:sp>
        <p:nvSpPr>
          <p:cNvPr id="3" name="Content Placeholder 2"/>
          <p:cNvSpPr>
            <a:spLocks noGrp="1"/>
          </p:cNvSpPr>
          <p:nvPr>
            <p:ph idx="1"/>
          </p:nvPr>
        </p:nvSpPr>
        <p:spPr/>
        <p:txBody>
          <a:bodyPr/>
          <a:lstStyle/>
          <a:p>
            <a:r>
              <a:rPr sz="1800">
                <a:solidFill>
                  <a:srgbClr val="000000"/>
                </a:solidFill>
              </a:rPr>
              <a:t>import sqlite3</a:t>
            </a:r>
          </a:p>
          <a:p>
            <a:r>
              <a:rPr sz="1800">
                <a:solidFill>
                  <a:srgbClr val="000000"/>
                </a:solidFill>
              </a:rPr>
              <a:t>con = sqlite3.connect('bank.db')</a:t>
            </a:r>
          </a:p>
          <a:p>
            <a:r>
              <a:rPr sz="1800">
                <a:solidFill>
                  <a:srgbClr val="000000"/>
                </a:solidFill>
              </a:rPr>
              <a:t>cur = con.cursor()</a:t>
            </a:r>
          </a:p>
          <a:p/>
          <a:p>
            <a:r>
              <a:rPr sz="1800">
                <a:solidFill>
                  <a:srgbClr val="000000"/>
                </a:solidFill>
              </a:rPr>
              <a:t>def create_account():</a:t>
            </a:r>
          </a:p>
          <a:p>
            <a:r>
              <a:rPr sz="1800">
                <a:solidFill>
                  <a:srgbClr val="000000"/>
                </a:solidFill>
              </a:rPr>
              <a:t>    name = input('Enter Account Holder Name: ')</a:t>
            </a:r>
          </a:p>
          <a:p>
            <a:r>
              <a:rPr sz="1800">
                <a:solidFill>
                  <a:srgbClr val="000000"/>
                </a:solidFill>
              </a:rPr>
              <a:t>    balance = float(input('Enter Initial Deposit: '))</a:t>
            </a:r>
          </a:p>
          <a:p>
            <a:r>
              <a:rPr sz="1800">
                <a:solidFill>
                  <a:srgbClr val="000000"/>
                </a:solidFill>
              </a:rPr>
              <a:t>    cur.execute('INSERT INTO account(name, balance) VALUES(?, ?)', (name, balance))</a:t>
            </a:r>
          </a:p>
          <a:p>
            <a:r>
              <a:rPr sz="1800">
                <a:solidFill>
                  <a:srgbClr val="000000"/>
                </a:solidFill>
              </a:rPr>
              <a:t>    con.commit()</a:t>
            </a:r>
          </a:p>
          <a:p>
            <a:r>
              <a:rPr sz="1800">
                <a:solidFill>
                  <a:srgbClr val="000000"/>
                </a:solidFill>
              </a:rPr>
              <a:t>    print('✅ Account Created Successfully!')</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1800">
                <a:solidFill>
                  <a:srgbClr val="000000"/>
                </a:solidFill>
              </a:rPr>
              <a:t>Code &amp; Output – Program Output</a:t>
            </a:r>
          </a:p>
        </p:txBody>
      </p:sp>
      <p:sp>
        <p:nvSpPr>
          <p:cNvPr id="3" name="Content Placeholder 2"/>
          <p:cNvSpPr>
            <a:spLocks noGrp="1"/>
          </p:cNvSpPr>
          <p:nvPr>
            <p:ph idx="1"/>
          </p:nvPr>
        </p:nvSpPr>
        <p:spPr/>
        <p:txBody>
          <a:bodyPr/>
          <a:lstStyle/>
          <a:p>
            <a:r>
              <a:rPr sz="1800">
                <a:solidFill>
                  <a:srgbClr val="000000"/>
                </a:solidFill>
              </a:rPr>
              <a:t>====== BANK MANAGEMENT SYSTEM ======</a:t>
            </a:r>
          </a:p>
          <a:p>
            <a:r>
              <a:rPr sz="1800">
                <a:solidFill>
                  <a:srgbClr val="000000"/>
                </a:solidFill>
              </a:rPr>
              <a:t>1. Create Account</a:t>
            </a:r>
          </a:p>
          <a:p>
            <a:r>
              <a:rPr sz="1800">
                <a:solidFill>
                  <a:srgbClr val="000000"/>
                </a:solidFill>
              </a:rPr>
              <a:t>2. Deposit Money</a:t>
            </a:r>
          </a:p>
          <a:p>
            <a:r>
              <a:rPr sz="1800">
                <a:solidFill>
                  <a:srgbClr val="000000"/>
                </a:solidFill>
              </a:rPr>
              <a:t>3. Withdraw Money</a:t>
            </a:r>
          </a:p>
          <a:p>
            <a:r>
              <a:rPr sz="1800">
                <a:solidFill>
                  <a:srgbClr val="000000"/>
                </a:solidFill>
              </a:rPr>
              <a:t>4. Check Balance</a:t>
            </a:r>
          </a:p>
          <a:p>
            <a:r>
              <a:rPr sz="1800">
                <a:solidFill>
                  <a:srgbClr val="000000"/>
                </a:solidFill>
              </a:rPr>
              <a:t>5. Exit</a:t>
            </a:r>
          </a:p>
          <a:p/>
          <a:p>
            <a:r>
              <a:rPr sz="1800">
                <a:solidFill>
                  <a:srgbClr val="000000"/>
                </a:solidFill>
              </a:rPr>
              <a:t>Enter your choice (1-5): 1</a:t>
            </a:r>
          </a:p>
          <a:p>
            <a:r>
              <a:rPr sz="1800">
                <a:solidFill>
                  <a:srgbClr val="000000"/>
                </a:solidFill>
              </a:rPr>
              <a:t>Enter Account Holder Name: Vaibhavi</a:t>
            </a:r>
          </a:p>
          <a:p>
            <a:r>
              <a:rPr sz="1800">
                <a:solidFill>
                  <a:srgbClr val="000000"/>
                </a:solidFill>
              </a:rPr>
              <a:t>Enter Initial Deposit: 5000</a:t>
            </a:r>
          </a:p>
          <a:p>
            <a:r>
              <a:rPr sz="1800">
                <a:solidFill>
                  <a:srgbClr val="000000"/>
                </a:solidFill>
              </a:rPr>
              <a:t>✅ Account Created Successfully!</a:t>
            </a:r>
          </a:p>
          <a:p/>
          <a:p>
            <a:r>
              <a:rPr sz="1800">
                <a:solidFill>
                  <a:srgbClr val="000000"/>
                </a:solidFill>
              </a:rPr>
              <a:t>Enter your choice (1-5): 2</a:t>
            </a:r>
          </a:p>
          <a:p>
            <a:r>
              <a:rPr sz="1800">
                <a:solidFill>
                  <a:srgbClr val="000000"/>
                </a:solidFill>
              </a:rPr>
              <a:t>Enter Account Number: 1</a:t>
            </a:r>
          </a:p>
          <a:p>
            <a:r>
              <a:rPr sz="1800">
                <a:solidFill>
                  <a:srgbClr val="000000"/>
                </a:solidFill>
              </a:rPr>
              <a:t>Enter Amount to Deposit: 1500</a:t>
            </a:r>
          </a:p>
          <a:p>
            <a:r>
              <a:rPr sz="1800">
                <a:solidFill>
                  <a:srgbClr val="000000"/>
                </a:solidFill>
              </a:rPr>
              <a:t>💰 Amount Deposited Successfully!</a:t>
            </a:r>
          </a:p>
          <a:p/>
          <a:p>
            <a:r>
              <a:rPr sz="1800">
                <a:solidFill>
                  <a:srgbClr val="000000"/>
                </a:solidFill>
              </a:rPr>
              <a:t>Enter your choice (1-5): 4</a:t>
            </a:r>
          </a:p>
          <a:p>
            <a:r>
              <a:rPr sz="1800">
                <a:solidFill>
                  <a:srgbClr val="000000"/>
                </a:solidFill>
              </a:rPr>
              <a:t>Enter Account Number: 1</a:t>
            </a:r>
          </a:p>
          <a:p>
            <a:r>
              <a:rPr sz="1800">
                <a:solidFill>
                  <a:srgbClr val="000000"/>
                </a:solidFill>
              </a:rPr>
              <a:t>Account No: 1 | Name: Vaibhavi | Balance: ₹6500.0</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1800">
                <a:solidFill>
                  <a:srgbClr val="000000"/>
                </a:solidFill>
              </a:rPr>
              <a:t>Advantages</a:t>
            </a:r>
          </a:p>
        </p:txBody>
      </p:sp>
      <p:sp>
        <p:nvSpPr>
          <p:cNvPr id="3" name="Content Placeholder 2"/>
          <p:cNvSpPr>
            <a:spLocks noGrp="1"/>
          </p:cNvSpPr>
          <p:nvPr>
            <p:ph idx="1"/>
          </p:nvPr>
        </p:nvSpPr>
        <p:spPr/>
        <p:txBody>
          <a:bodyPr/>
          <a:lstStyle/>
          <a:p>
            <a:r>
              <a:rPr sz="1800">
                <a:solidFill>
                  <a:srgbClr val="000000"/>
                </a:solidFill>
              </a:rPr>
              <a:t>• Simple and user-friendly interface.</a:t>
            </a:r>
          </a:p>
          <a:p>
            <a:r>
              <a:rPr sz="1800">
                <a:solidFill>
                  <a:srgbClr val="000000"/>
                </a:solidFill>
              </a:rPr>
              <a:t>• Secure and reliable data handling using SQLite.</a:t>
            </a:r>
          </a:p>
          <a:p>
            <a:r>
              <a:rPr sz="1800">
                <a:solidFill>
                  <a:srgbClr val="000000"/>
                </a:solidFill>
              </a:rPr>
              <a:t>• Portable and lightweight project.</a:t>
            </a:r>
          </a:p>
          <a:p>
            <a:r>
              <a:rPr sz="1800">
                <a:solidFill>
                  <a:srgbClr val="000000"/>
                </a:solidFill>
              </a:rPr>
              <a:t>• Perfect for BCA minor project demonstration.</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1800">
                <a:solidFill>
                  <a:srgbClr val="000000"/>
                </a:solidFill>
              </a:rPr>
              <a:t>Future Scope</a:t>
            </a:r>
          </a:p>
        </p:txBody>
      </p:sp>
      <p:sp>
        <p:nvSpPr>
          <p:cNvPr id="3" name="Content Placeholder 2"/>
          <p:cNvSpPr>
            <a:spLocks noGrp="1"/>
          </p:cNvSpPr>
          <p:nvPr>
            <p:ph idx="1"/>
          </p:nvPr>
        </p:nvSpPr>
        <p:spPr/>
        <p:txBody>
          <a:bodyPr/>
          <a:lstStyle/>
          <a:p>
            <a:r>
              <a:rPr sz="1800">
                <a:solidFill>
                  <a:srgbClr val="000000"/>
                </a:solidFill>
              </a:rPr>
              <a:t>• Add user login and password protection.</a:t>
            </a:r>
          </a:p>
          <a:p>
            <a:r>
              <a:rPr sz="1800">
                <a:solidFill>
                  <a:srgbClr val="000000"/>
                </a:solidFill>
              </a:rPr>
              <a:t>• Maintain transaction history.</a:t>
            </a:r>
          </a:p>
          <a:p>
            <a:r>
              <a:rPr sz="1800">
                <a:solidFill>
                  <a:srgbClr val="000000"/>
                </a:solidFill>
              </a:rPr>
              <a:t>• Enable online fund transfers.</a:t>
            </a:r>
          </a:p>
          <a:p>
            <a:r>
              <a:rPr sz="1800">
                <a:solidFill>
                  <a:srgbClr val="000000"/>
                </a:solidFill>
              </a:rPr>
              <a:t>• Upgrade to GUI version using Tkinter.</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1800">
                <a:solidFill>
                  <a:srgbClr val="000000"/>
                </a:solidFill>
              </a:rPr>
              <a:t>Conclusion</a:t>
            </a:r>
          </a:p>
        </p:txBody>
      </p:sp>
      <p:sp>
        <p:nvSpPr>
          <p:cNvPr id="3" name="Content Placeholder 2"/>
          <p:cNvSpPr>
            <a:spLocks noGrp="1"/>
          </p:cNvSpPr>
          <p:nvPr>
            <p:ph idx="1"/>
          </p:nvPr>
        </p:nvSpPr>
        <p:spPr/>
        <p:txBody>
          <a:bodyPr/>
          <a:lstStyle/>
          <a:p>
            <a:r>
              <a:rPr sz="1800">
                <a:solidFill>
                  <a:srgbClr val="000000"/>
                </a:solidFill>
              </a:rPr>
              <a:t>• Successfully developed a Bank Management System using Python and SQLite.</a:t>
            </a:r>
          </a:p>
          <a:p>
            <a:r>
              <a:rPr sz="1800">
                <a:solidFill>
                  <a:srgbClr val="000000"/>
                </a:solidFill>
              </a:rPr>
              <a:t>• Learned about database management and Python programming.</a:t>
            </a:r>
          </a:p>
          <a:p>
            <a:r>
              <a:rPr sz="1800">
                <a:solidFill>
                  <a:srgbClr val="000000"/>
                </a:solidFill>
              </a:rPr>
              <a:t>• The project demonstrates real-world application of CRUD operations.</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1800">
                <a:solidFill>
                  <a:srgbClr val="000000"/>
                </a:solidFill>
              </a:rPr>
              <a:t>Thank You</a:t>
            </a:r>
          </a:p>
        </p:txBody>
      </p:sp>
      <p:sp>
        <p:nvSpPr>
          <p:cNvPr id="3" name="Content Placeholder 2"/>
          <p:cNvSpPr>
            <a:spLocks noGrp="1"/>
          </p:cNvSpPr>
          <p:nvPr>
            <p:ph idx="1"/>
          </p:nvPr>
        </p:nvSpPr>
        <p:spPr/>
        <p:txBody>
          <a:bodyPr/>
          <a:lstStyle/>
          <a:p>
            <a:r>
              <a:rPr sz="1800">
                <a:solidFill>
                  <a:srgbClr val="000000"/>
                </a:solidFill>
              </a:rPr>
              <a:t>Presented By:</a:t>
            </a:r>
          </a:p>
          <a:p>
            <a:r>
              <a:rPr sz="1800">
                <a:solidFill>
                  <a:srgbClr val="000000"/>
                </a:solidFill>
              </a:rPr>
              <a:t>Vaibhavi Singh</a:t>
            </a:r>
          </a:p>
          <a:p>
            <a:r>
              <a:rPr sz="1800">
                <a:solidFill>
                  <a:srgbClr val="000000"/>
                </a:solidFill>
              </a:rPr>
              <a:t>BCA 5th Semester</a:t>
            </a:r>
          </a:p>
          <a:p>
            <a:r>
              <a:rPr sz="1800">
                <a:solidFill>
                  <a:srgbClr val="000000"/>
                </a:solidFill>
              </a:rPr>
              <a:t>Chhatrapati Shahu Ji Maharaj University, Kanpur</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1800">
                <a:solidFill>
                  <a:srgbClr val="000000"/>
                </a:solidFill>
              </a:rPr>
              <a:t>Detailed Introduction</a:t>
            </a:r>
          </a:p>
        </p:txBody>
      </p:sp>
      <p:sp>
        <p:nvSpPr>
          <p:cNvPr id="3" name="Content Placeholder 2"/>
          <p:cNvSpPr>
            <a:spLocks noGrp="1"/>
          </p:cNvSpPr>
          <p:nvPr>
            <p:ph idx="1"/>
          </p:nvPr>
        </p:nvSpPr>
        <p:spPr/>
        <p:txBody>
          <a:bodyPr/>
          <a:lstStyle/>
          <a:p>
            <a:r>
              <a:rPr sz="1800">
                <a:solidFill>
                  <a:srgbClr val="000000"/>
                </a:solidFill>
              </a:rPr>
              <a:t>The Bank Management System is a simple and efficient Python-based project designed to manage basic banking operations. It allows users to create new accounts, deposit and withdraw money, and check account balances easily through a command-line interface. The system uses SQLite as its database to securely store customer details and account balances.</a:t>
            </a:r>
          </a:p>
          <a:p/>
          <a:p>
            <a:r>
              <a:rPr sz="1800">
                <a:solidFill>
                  <a:srgbClr val="000000"/>
                </a:solidFill>
              </a:rPr>
              <a:t>This project demonstrates the use of Python's sqlite3 module for handling database operations and applying CRUD (Create, Read, Update, Delete) functionality. It serves as an educational example for understanding how backend databases interact with a Python program. The project ensures accuracy, data consistency, and user-friendly interaction, making it ideal for learning database-driven applications.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